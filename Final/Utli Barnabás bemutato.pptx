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7E72A1-DCEB-C0D7-144D-3B36E3C9FE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ED3F8A8-E88B-DAF7-D841-493D5D57E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8EEC2EF-78F9-7B27-BF8B-952FD857E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CB81949-2137-E68B-DB08-A8BCD6A57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B4B7D41-ACBB-0D15-36C2-D3A6A1DAA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22313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E94C500-AE06-1DF4-E563-2139D6B33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05B3A07-2894-2AAD-6B77-8EABE325FB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F69DCC6-8B47-9366-C6FC-C18B80892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004229E-3C2A-FA67-FAD7-5FA52AA31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40C1C4C-4D3D-620F-96ED-F6E8A729C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563598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C2CFF53-B860-81DE-3A3D-1595A678B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3C04196-70D4-43A3-286F-4D974A781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8E18EBA-87D4-72B3-0ACF-5DCCE3C03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DFF81BF-CA6D-291D-328D-0770E4ACD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B139E50-2133-A0FD-7C68-910EB4A2C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732263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A757003-A21C-D3A0-F6D7-B7BED6E81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2D188E3-A8A0-4F74-78AE-FFAF0E0CCA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788BCC67-DDA8-C2FD-517C-CC9C90C48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53F743B-1A5B-F1B0-051C-4A3E26F08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6B65EB8-D29F-836E-81D9-71EABE0FD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429D25B-E2D8-F7D9-67F1-53C2F0AA8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4309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5BE5824-AF3E-D7AB-0F30-122FCEF43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935E5B7-0003-67C5-A04C-3E204CCBB8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7378E84-BBDA-BF93-724E-F07661E32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41A92132-3AA4-87F5-635A-4D022C7034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2D66B890-93EA-7D0A-C311-822456936B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BA95FE10-8B1D-5279-DF84-B086D0FA2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F7AAD45-3118-B42C-29D4-02100A3DE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11A377BD-7E2A-1AEB-4CEF-F1D801569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47978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96F0C5-2B13-232B-B46D-059A5558F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30C14AF-82DC-F1B3-4E6A-375B8B3DC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1C3E43D5-098C-51FD-F2D9-8FA89C082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BC3FC3A-43E1-8FEA-B7ED-C53F717D9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5936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4DA0AF40-DEA9-4714-9FA8-F43557894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1F737660-3DB8-FF58-BD96-19C4E92C8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CAA0DD0E-3AA7-5A7A-B663-A2CEC91E0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60633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D506069-864D-73A9-32B0-4D3ED6805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BE583EF-8F8E-F45C-FB8E-5F749871E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6C071A3-8351-6FB2-62B0-64DD386B5A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FDA3A99-8E28-23BC-2076-C00344F7F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55E90E9-68EF-1DBB-1419-EFFCDA6D6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555BF68-402D-4545-3758-282103697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326555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409ADE8-869A-84E8-BC79-2B8B8DB92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E04F07BB-4299-3CE7-9EA7-EA81F2BD55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6DC26D8-54C2-200F-8AB2-C1FDE3DE73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198DB97C-CF9F-7CC7-7A00-4D46C8A71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7B2E549-1D67-32D2-D6EC-B353CA10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84516C1-9C34-740E-F122-00D5E9FE7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643932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0E04932-51F6-68C3-048C-769C609CD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CC6EE22-41DB-D6F3-1E89-5938829176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20E462F-4886-5A01-7CCB-4CC5D64F4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B7D6868-AB74-BB6D-5C9A-93B3AD6C4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79A1292-D93A-0050-186C-94A849940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93008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88CAEAAF-B4FE-9157-2845-407984C9CA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220703E-CBEC-7DCA-AED6-C2BE802F52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16A5071-0C54-7525-B92F-F659D0993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A17D4A6-346A-25A7-409F-6DACE4FB4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BCA75CC-3EEB-792B-3AF5-63A8C35BA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04140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7466F820-44CE-880E-59A7-A8F86086F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8A0B297-6A56-0575-0CCB-410170320F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E3E61E9-9FBA-5624-7649-35DBFEC467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4D99E6-559B-4424-821D-44BF482F5060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C21FBCC-E128-AF64-D11D-67C008E4C5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1E995B6-FCFC-D99F-7C02-9E75A0C525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616453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39220BC-7AF1-1E4F-F889-5C0C9E90C7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9C91560-28E7-BEB6-FE2F-42BC6BB7A5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41203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0</Words>
  <Application>Microsoft Office PowerPoint</Application>
  <PresentationFormat>Szélesvásznú</PresentationFormat>
  <Paragraphs>0</Paragraphs>
  <Slides>1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Office-téma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O365 felhasználó</dc:creator>
  <cp:lastModifiedBy>O365 felhasználó</cp:lastModifiedBy>
  <cp:revision>1</cp:revision>
  <dcterms:created xsi:type="dcterms:W3CDTF">2026-02-27T19:32:02Z</dcterms:created>
  <dcterms:modified xsi:type="dcterms:W3CDTF">2026-02-27T19:57:20Z</dcterms:modified>
</cp:coreProperties>
</file>